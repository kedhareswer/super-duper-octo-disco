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07-7a32-8d0f-8000-0000206ec7f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1b-f542-85c0-8000-0000af92d24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15-9322-81bc-8000-0000e38d0ff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15-9f42-8b84-8000-00000c9e73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15-7e32-8e4c-8000-0000712522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13-8792-871a-8000-0000a6b2fd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30-dda2-871c-8000-00002b8ea8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2f-7f42-8a60-8000-0000680ff5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30-1332-8309-8000-000003d836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36-69f2-8547-8000-00000e251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7f-8ca2-8ba4-8000-000013f6be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3fa0-b322-8c60-8000-0000b4e006d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Processing System Overview</dc:title>
  <dc:subject>Document Processing System Overview</dc:subject>
  <dc:creator>Kimi</dc:creator>
  <cp:lastModifiedBy>Kimi</cp:lastModifiedBy>
  <cp:revision>1</cp:revision>
  <dcterms:created xsi:type="dcterms:W3CDTF">2025-12-03T11:35:48Z</dcterms:created>
  <dcterms:modified xsi:type="dcterms:W3CDTF">2025-12-03T11:35:48Z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{"Label":"Document Processing System Overview","ContentProducer":"001191110108MACG2KBH8F10000","ProduceID":"d4o1oqn01qm2upjig7hg","ReservedCode1":"","ContentPropagator":"001191110108MACG2KBH8F20000","PropagateID":"d4o1oqn01qm2upjig7hg","ReservedCode2":""}</vt:lpwstr>
  </property>
</Properties>
</file>